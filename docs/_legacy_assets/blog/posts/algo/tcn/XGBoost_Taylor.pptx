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502152" y="1828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99AF"/>
                </a:solidFill>
                <a:latin typeface="微软雅黑"/>
              </a:rPr>
              <a:t>   Quan</a:t>
            </a:r>
            <a:r>
              <a:rPr sz="2000" b="1">
                <a:solidFill>
                  <a:srgbClr val="B197CE"/>
                </a:solidFill>
                <a:latin typeface="微软雅黑"/>
              </a:rPr>
              <a:t>ti</a:t>
            </a:r>
            <a:r>
              <a:rPr sz="2000" b="1">
                <a:solidFill>
                  <a:srgbClr val="6495ED"/>
                </a:solidFill>
                <a:latin typeface="微软雅黑"/>
              </a:rPr>
              <a:t>de</a:t>
            </a:r>
          </a:p>
        </p:txBody>
      </p:sp>
      <p:sp>
        <p:nvSpPr>
          <p:cNvPr id="3" name="Rectangle 2"/>
          <p:cNvSpPr/>
          <p:nvPr/>
        </p:nvSpPr>
        <p:spPr>
          <a:xfrm>
            <a:off x="3502152" y="548640"/>
            <a:ext cx="914400" cy="457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07992" y="548640"/>
            <a:ext cx="914400" cy="457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91056" y="548640"/>
            <a:ext cx="10607040" cy="9235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latin typeface="微软雅黑"/>
              </a:rPr>
              <a:t>标题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02152" y="1645920"/>
            <a:ext cx="8229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2000"/>
              </a:spcAft>
            </a:pPr>
            <a:r>
              <a:rPr>
                <a:latin typeface="微软雅黑"/>
              </a:rPr>
              <a:t>正文段落 1</a:t>
            </a:r>
          </a:p>
          <a:p>
            <a:pPr>
              <a:lnSpc>
                <a:spcPct val="150000"/>
              </a:lnSpc>
              <a:spcAft>
                <a:spcPts val="2000"/>
              </a:spcAft>
            </a:pPr>
            <a:r>
              <a:rPr>
                <a:latin typeface="微软雅黑"/>
              </a:rPr>
              <a:t>正文段落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502152" y="1828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99AF"/>
                </a:solidFill>
                <a:latin typeface="微软雅黑"/>
              </a:rPr>
              <a:t>   Quan</a:t>
            </a:r>
            <a:r>
              <a:rPr sz="2000" b="1">
                <a:solidFill>
                  <a:srgbClr val="B197CE"/>
                </a:solidFill>
                <a:latin typeface="微软雅黑"/>
              </a:rPr>
              <a:t>ti</a:t>
            </a:r>
            <a:r>
              <a:rPr sz="2000" b="1">
                <a:solidFill>
                  <a:srgbClr val="6495ED"/>
                </a:solidFill>
                <a:latin typeface="微软雅黑"/>
              </a:rPr>
              <a:t>de</a:t>
            </a:r>
          </a:p>
        </p:txBody>
      </p:sp>
      <p:sp>
        <p:nvSpPr>
          <p:cNvPr id="3" name="Rectangle 2"/>
          <p:cNvSpPr/>
          <p:nvPr/>
        </p:nvSpPr>
        <p:spPr>
          <a:xfrm>
            <a:off x="3502152" y="548640"/>
            <a:ext cx="914400" cy="457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07992" y="548640"/>
            <a:ext cx="914400" cy="457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91056" y="548640"/>
            <a:ext cx="10607040" cy="9235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latin typeface="微软雅黑"/>
              </a:rPr>
              <a:t>标题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02152" y="1645920"/>
            <a:ext cx="8229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2000"/>
              </a:spcAft>
            </a:pPr>
            <a:r>
              <a:rPr>
                <a:latin typeface="微软雅黑"/>
              </a:rPr>
              <a:t>正文段落 1</a:t>
            </a:r>
          </a:p>
          <a:p>
            <a:pPr>
              <a:lnSpc>
                <a:spcPct val="150000"/>
              </a:lnSpc>
              <a:spcAft>
                <a:spcPts val="2000"/>
              </a:spcAft>
            </a:pPr>
            <a:r>
              <a:rPr>
                <a:latin typeface="微软雅黑"/>
              </a:rPr>
              <a:t>正文段落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502152" y="1828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99AF"/>
                </a:solidFill>
                <a:latin typeface="微软雅黑"/>
              </a:rPr>
              <a:t>   Quan</a:t>
            </a:r>
            <a:r>
              <a:rPr sz="2000" b="1">
                <a:solidFill>
                  <a:srgbClr val="B197CE"/>
                </a:solidFill>
                <a:latin typeface="微软雅黑"/>
              </a:rPr>
              <a:t>ti</a:t>
            </a:r>
            <a:r>
              <a:rPr sz="2000" b="1">
                <a:solidFill>
                  <a:srgbClr val="6495ED"/>
                </a:solidFill>
                <a:latin typeface="微软雅黑"/>
              </a:rPr>
              <a:t>de</a:t>
            </a:r>
          </a:p>
        </p:txBody>
      </p:sp>
      <p:sp>
        <p:nvSpPr>
          <p:cNvPr id="3" name="Rectangle 2"/>
          <p:cNvSpPr/>
          <p:nvPr/>
        </p:nvSpPr>
        <p:spPr>
          <a:xfrm>
            <a:off x="3502152" y="548640"/>
            <a:ext cx="914400" cy="457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07992" y="548640"/>
            <a:ext cx="914400" cy="457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91056" y="548640"/>
            <a:ext cx="10607040" cy="9235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latin typeface="微软雅黑"/>
              </a:rPr>
              <a:t>标题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02152" y="1645920"/>
            <a:ext cx="8229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2000"/>
              </a:spcAft>
            </a:pPr>
            <a:r>
              <a:rPr>
                <a:latin typeface="微软雅黑"/>
              </a:rPr>
              <a:t>正文段落 1</a:t>
            </a:r>
          </a:p>
          <a:p>
            <a:pPr>
              <a:lnSpc>
                <a:spcPct val="150000"/>
              </a:lnSpc>
              <a:spcAft>
                <a:spcPts val="2000"/>
              </a:spcAft>
            </a:pPr>
            <a:r>
              <a:rPr>
                <a:latin typeface="微软雅黑"/>
              </a:rPr>
              <a:t>正文段落 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502152" y="1828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99AF"/>
                </a:solidFill>
                <a:latin typeface="微软雅黑"/>
              </a:rPr>
              <a:t>   Quan</a:t>
            </a:r>
            <a:r>
              <a:rPr sz="2000" b="1">
                <a:solidFill>
                  <a:srgbClr val="B197CE"/>
                </a:solidFill>
                <a:latin typeface="微软雅黑"/>
              </a:rPr>
              <a:t>ti</a:t>
            </a:r>
            <a:r>
              <a:rPr sz="2000" b="1">
                <a:solidFill>
                  <a:srgbClr val="6495ED"/>
                </a:solidFill>
                <a:latin typeface="微软雅黑"/>
              </a:rPr>
              <a:t>de</a:t>
            </a:r>
          </a:p>
        </p:txBody>
      </p:sp>
      <p:sp>
        <p:nvSpPr>
          <p:cNvPr id="3" name="Rectangle 2"/>
          <p:cNvSpPr/>
          <p:nvPr/>
        </p:nvSpPr>
        <p:spPr>
          <a:xfrm>
            <a:off x="3502152" y="548640"/>
            <a:ext cx="914400" cy="457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07992" y="548640"/>
            <a:ext cx="914400" cy="457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91056" y="548640"/>
            <a:ext cx="10607040" cy="9235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latin typeface="微软雅黑"/>
              </a:rPr>
              <a:t>标题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02152" y="1645920"/>
            <a:ext cx="8229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2000"/>
              </a:spcAft>
            </a:pPr>
            <a:r>
              <a:rPr>
                <a:latin typeface="微软雅黑"/>
              </a:rPr>
              <a:t>正文段落 1</a:t>
            </a:r>
          </a:p>
          <a:p>
            <a:pPr>
              <a:lnSpc>
                <a:spcPct val="150000"/>
              </a:lnSpc>
              <a:spcAft>
                <a:spcPts val="2000"/>
              </a:spcAft>
            </a:pPr>
            <a:r>
              <a:rPr>
                <a:latin typeface="微软雅黑"/>
              </a:rPr>
              <a:t>正文段落 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502152" y="1828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99AF"/>
                </a:solidFill>
                <a:latin typeface="微软雅黑"/>
              </a:rPr>
              <a:t>   Quan</a:t>
            </a:r>
            <a:r>
              <a:rPr sz="2000" b="1">
                <a:solidFill>
                  <a:srgbClr val="B197CE"/>
                </a:solidFill>
                <a:latin typeface="微软雅黑"/>
              </a:rPr>
              <a:t>ti</a:t>
            </a:r>
            <a:r>
              <a:rPr sz="2000" b="1">
                <a:solidFill>
                  <a:srgbClr val="6495ED"/>
                </a:solidFill>
                <a:latin typeface="微软雅黑"/>
              </a:rPr>
              <a:t>de</a:t>
            </a:r>
          </a:p>
        </p:txBody>
      </p:sp>
      <p:sp>
        <p:nvSpPr>
          <p:cNvPr id="3" name="Rectangle 2"/>
          <p:cNvSpPr/>
          <p:nvPr/>
        </p:nvSpPr>
        <p:spPr>
          <a:xfrm>
            <a:off x="3502152" y="548640"/>
            <a:ext cx="914400" cy="457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07992" y="548640"/>
            <a:ext cx="914400" cy="457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91056" y="548640"/>
            <a:ext cx="10607040" cy="9235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latin typeface="微软雅黑"/>
              </a:rPr>
              <a:t>标题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02152" y="1645920"/>
            <a:ext cx="8229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2000"/>
              </a:spcAft>
            </a:pPr>
            <a:r>
              <a:rPr>
                <a:latin typeface="微软雅黑"/>
              </a:rPr>
              <a:t>正文段落 1</a:t>
            </a:r>
          </a:p>
          <a:p>
            <a:pPr>
              <a:lnSpc>
                <a:spcPct val="150000"/>
              </a:lnSpc>
              <a:spcAft>
                <a:spcPts val="2000"/>
              </a:spcAft>
            </a:pPr>
            <a:r>
              <a:rPr>
                <a:latin typeface="微软雅黑"/>
              </a:rPr>
              <a:t>正文段落 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502152" y="1828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99AF"/>
                </a:solidFill>
                <a:latin typeface="微软雅黑"/>
              </a:rPr>
              <a:t>   Quan</a:t>
            </a:r>
            <a:r>
              <a:rPr sz="2000" b="1">
                <a:solidFill>
                  <a:srgbClr val="B197CE"/>
                </a:solidFill>
                <a:latin typeface="微软雅黑"/>
              </a:rPr>
              <a:t>ti</a:t>
            </a:r>
            <a:r>
              <a:rPr sz="2000" b="1">
                <a:solidFill>
                  <a:srgbClr val="6495ED"/>
                </a:solidFill>
                <a:latin typeface="微软雅黑"/>
              </a:rPr>
              <a:t>de</a:t>
            </a:r>
          </a:p>
        </p:txBody>
      </p:sp>
      <p:sp>
        <p:nvSpPr>
          <p:cNvPr id="3" name="Rectangle 2"/>
          <p:cNvSpPr/>
          <p:nvPr/>
        </p:nvSpPr>
        <p:spPr>
          <a:xfrm>
            <a:off x="3502152" y="548640"/>
            <a:ext cx="914400" cy="457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07992" y="548640"/>
            <a:ext cx="914400" cy="457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91056" y="548640"/>
            <a:ext cx="10607040" cy="9235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latin typeface="微软雅黑"/>
              </a:rPr>
              <a:t>标题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02152" y="1645920"/>
            <a:ext cx="8229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2000"/>
              </a:spcAft>
            </a:pPr>
            <a:r>
              <a:rPr>
                <a:latin typeface="微软雅黑"/>
              </a:rPr>
              <a:t>正文段落 1</a:t>
            </a:r>
          </a:p>
          <a:p>
            <a:pPr>
              <a:lnSpc>
                <a:spcPct val="150000"/>
              </a:lnSpc>
              <a:spcAft>
                <a:spcPts val="2000"/>
              </a:spcAft>
            </a:pPr>
            <a:r>
              <a:rPr>
                <a:latin typeface="微软雅黑"/>
              </a:rPr>
              <a:t>正文段落 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502152" y="1828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99AF"/>
                </a:solidFill>
                <a:latin typeface="微软雅黑"/>
              </a:rPr>
              <a:t>   Quan</a:t>
            </a:r>
            <a:r>
              <a:rPr sz="2000" b="1">
                <a:solidFill>
                  <a:srgbClr val="B197CE"/>
                </a:solidFill>
                <a:latin typeface="微软雅黑"/>
              </a:rPr>
              <a:t>ti</a:t>
            </a:r>
            <a:r>
              <a:rPr sz="2000" b="1">
                <a:solidFill>
                  <a:srgbClr val="6495ED"/>
                </a:solidFill>
                <a:latin typeface="微软雅黑"/>
              </a:rPr>
              <a:t>de</a:t>
            </a:r>
          </a:p>
        </p:txBody>
      </p:sp>
      <p:sp>
        <p:nvSpPr>
          <p:cNvPr id="3" name="Rectangle 2"/>
          <p:cNvSpPr/>
          <p:nvPr/>
        </p:nvSpPr>
        <p:spPr>
          <a:xfrm>
            <a:off x="3502152" y="548640"/>
            <a:ext cx="914400" cy="457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07992" y="548640"/>
            <a:ext cx="914400" cy="457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91056" y="548640"/>
            <a:ext cx="10607040" cy="9235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latin typeface="微软雅黑"/>
              </a:rPr>
              <a:t>标题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02152" y="1645920"/>
            <a:ext cx="8229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2000"/>
              </a:spcAft>
            </a:pPr>
            <a:r>
              <a:rPr>
                <a:latin typeface="微软雅黑"/>
              </a:rPr>
              <a:t>正文段落 1</a:t>
            </a:r>
          </a:p>
          <a:p>
            <a:pPr>
              <a:lnSpc>
                <a:spcPct val="150000"/>
              </a:lnSpc>
              <a:spcAft>
                <a:spcPts val="2000"/>
              </a:spcAft>
            </a:pPr>
            <a:r>
              <a:rPr>
                <a:latin typeface="微软雅黑"/>
              </a:rPr>
              <a:t>正文段落 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502152" y="1828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99AF"/>
                </a:solidFill>
                <a:latin typeface="微软雅黑"/>
              </a:rPr>
              <a:t>   Quan</a:t>
            </a:r>
            <a:r>
              <a:rPr sz="2000" b="1">
                <a:solidFill>
                  <a:srgbClr val="B197CE"/>
                </a:solidFill>
                <a:latin typeface="微软雅黑"/>
              </a:rPr>
              <a:t>ti</a:t>
            </a:r>
            <a:r>
              <a:rPr sz="2000" b="1">
                <a:solidFill>
                  <a:srgbClr val="6495ED"/>
                </a:solidFill>
                <a:latin typeface="微软雅黑"/>
              </a:rPr>
              <a:t>de</a:t>
            </a:r>
          </a:p>
        </p:txBody>
      </p:sp>
      <p:sp>
        <p:nvSpPr>
          <p:cNvPr id="3" name="Rectangle 2"/>
          <p:cNvSpPr/>
          <p:nvPr/>
        </p:nvSpPr>
        <p:spPr>
          <a:xfrm>
            <a:off x="3502152" y="548640"/>
            <a:ext cx="914400" cy="457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07992" y="548640"/>
            <a:ext cx="914400" cy="457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91056" y="548640"/>
            <a:ext cx="10607040" cy="9235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latin typeface="微软雅黑"/>
              </a:rPr>
              <a:t>标题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02152" y="1645920"/>
            <a:ext cx="8229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2000"/>
              </a:spcAft>
            </a:pPr>
            <a:r>
              <a:rPr>
                <a:latin typeface="微软雅黑"/>
              </a:rPr>
              <a:t>正文段落 1</a:t>
            </a:r>
          </a:p>
          <a:p>
            <a:pPr>
              <a:lnSpc>
                <a:spcPct val="150000"/>
              </a:lnSpc>
              <a:spcAft>
                <a:spcPts val="2000"/>
              </a:spcAft>
            </a:pPr>
            <a:r>
              <a:rPr>
                <a:latin typeface="微软雅黑"/>
              </a:rPr>
              <a:t>正文段落 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502152" y="1828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99AF"/>
                </a:solidFill>
                <a:latin typeface="微软雅黑"/>
              </a:rPr>
              <a:t>   Quan</a:t>
            </a:r>
            <a:r>
              <a:rPr sz="2000" b="1">
                <a:solidFill>
                  <a:srgbClr val="B197CE"/>
                </a:solidFill>
                <a:latin typeface="微软雅黑"/>
              </a:rPr>
              <a:t>ti</a:t>
            </a:r>
            <a:r>
              <a:rPr sz="2000" b="1">
                <a:solidFill>
                  <a:srgbClr val="6495ED"/>
                </a:solidFill>
                <a:latin typeface="微软雅黑"/>
              </a:rPr>
              <a:t>de</a:t>
            </a:r>
          </a:p>
        </p:txBody>
      </p:sp>
      <p:sp>
        <p:nvSpPr>
          <p:cNvPr id="3" name="Rectangle 2"/>
          <p:cNvSpPr/>
          <p:nvPr/>
        </p:nvSpPr>
        <p:spPr>
          <a:xfrm>
            <a:off x="3502152" y="548640"/>
            <a:ext cx="914400" cy="457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07992" y="548640"/>
            <a:ext cx="914400" cy="457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91056" y="548640"/>
            <a:ext cx="10607040" cy="9235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latin typeface="微软雅黑"/>
              </a:rPr>
              <a:t>标题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02152" y="1645920"/>
            <a:ext cx="8229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2000"/>
              </a:spcAft>
            </a:pPr>
            <a:r>
              <a:rPr>
                <a:latin typeface="微软雅黑"/>
              </a:rPr>
              <a:t>正文段落 1</a:t>
            </a:r>
          </a:p>
          <a:p>
            <a:pPr>
              <a:lnSpc>
                <a:spcPct val="150000"/>
              </a:lnSpc>
              <a:spcAft>
                <a:spcPts val="2000"/>
              </a:spcAft>
            </a:pPr>
            <a:r>
              <a:rPr>
                <a:latin typeface="微软雅黑"/>
              </a:rPr>
              <a:t>正文段落 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502152" y="1828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99AF"/>
                </a:solidFill>
                <a:latin typeface="微软雅黑"/>
              </a:rPr>
              <a:t>   Quan</a:t>
            </a:r>
            <a:r>
              <a:rPr sz="2000" b="1">
                <a:solidFill>
                  <a:srgbClr val="B197CE"/>
                </a:solidFill>
                <a:latin typeface="微软雅黑"/>
              </a:rPr>
              <a:t>ti</a:t>
            </a:r>
            <a:r>
              <a:rPr sz="2000" b="1">
                <a:solidFill>
                  <a:srgbClr val="6495ED"/>
                </a:solidFill>
                <a:latin typeface="微软雅黑"/>
              </a:rPr>
              <a:t>de</a:t>
            </a:r>
          </a:p>
        </p:txBody>
      </p:sp>
      <p:sp>
        <p:nvSpPr>
          <p:cNvPr id="3" name="Rectangle 2"/>
          <p:cNvSpPr/>
          <p:nvPr/>
        </p:nvSpPr>
        <p:spPr>
          <a:xfrm>
            <a:off x="3502152" y="548640"/>
            <a:ext cx="914400" cy="457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07992" y="548640"/>
            <a:ext cx="914400" cy="457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91056" y="548640"/>
            <a:ext cx="10607040" cy="9235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latin typeface="微软雅黑"/>
              </a:rPr>
              <a:t>标题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02152" y="1645920"/>
            <a:ext cx="8229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2000"/>
              </a:spcAft>
            </a:pPr>
            <a:r>
              <a:rPr>
                <a:latin typeface="微软雅黑"/>
              </a:rPr>
              <a:t>正文段落 1</a:t>
            </a:r>
          </a:p>
          <a:p>
            <a:pPr>
              <a:lnSpc>
                <a:spcPct val="150000"/>
              </a:lnSpc>
              <a:spcAft>
                <a:spcPts val="2000"/>
              </a:spcAft>
            </a:pPr>
            <a:r>
              <a:rPr>
                <a:latin typeface="微软雅黑"/>
              </a:rPr>
              <a:t>正文段落 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502152" y="1828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99AF"/>
                </a:solidFill>
                <a:latin typeface="微软雅黑"/>
              </a:rPr>
              <a:t>   Quan</a:t>
            </a:r>
            <a:r>
              <a:rPr sz="2000" b="1">
                <a:solidFill>
                  <a:srgbClr val="B197CE"/>
                </a:solidFill>
                <a:latin typeface="微软雅黑"/>
              </a:rPr>
              <a:t>ti</a:t>
            </a:r>
            <a:r>
              <a:rPr sz="2000" b="1">
                <a:solidFill>
                  <a:srgbClr val="6495ED"/>
                </a:solidFill>
                <a:latin typeface="微软雅黑"/>
              </a:rPr>
              <a:t>de</a:t>
            </a:r>
          </a:p>
        </p:txBody>
      </p:sp>
      <p:sp>
        <p:nvSpPr>
          <p:cNvPr id="3" name="Rectangle 2"/>
          <p:cNvSpPr/>
          <p:nvPr/>
        </p:nvSpPr>
        <p:spPr>
          <a:xfrm>
            <a:off x="3502152" y="548640"/>
            <a:ext cx="914400" cy="457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07992" y="548640"/>
            <a:ext cx="914400" cy="457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91056" y="548640"/>
            <a:ext cx="10607040" cy="9235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latin typeface="微软雅黑"/>
              </a:rPr>
              <a:t>标题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02152" y="1645920"/>
            <a:ext cx="8229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2000"/>
              </a:spcAft>
            </a:pPr>
            <a:r>
              <a:rPr>
                <a:latin typeface="微软雅黑"/>
              </a:rPr>
              <a:t>正文段落 1</a:t>
            </a:r>
          </a:p>
          <a:p>
            <a:pPr>
              <a:lnSpc>
                <a:spcPct val="150000"/>
              </a:lnSpc>
              <a:spcAft>
                <a:spcPts val="2000"/>
              </a:spcAft>
            </a:pPr>
            <a:r>
              <a:rPr>
                <a:latin typeface="微软雅黑"/>
              </a:rPr>
              <a:t>正文段落 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502152" y="1828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99AF"/>
                </a:solidFill>
                <a:latin typeface="微软雅黑"/>
              </a:rPr>
              <a:t>   Quan</a:t>
            </a:r>
            <a:r>
              <a:rPr sz="2000" b="1">
                <a:solidFill>
                  <a:srgbClr val="B197CE"/>
                </a:solidFill>
                <a:latin typeface="微软雅黑"/>
              </a:rPr>
              <a:t>ti</a:t>
            </a:r>
            <a:r>
              <a:rPr sz="2000" b="1">
                <a:solidFill>
                  <a:srgbClr val="6495ED"/>
                </a:solidFill>
                <a:latin typeface="微软雅黑"/>
              </a:rPr>
              <a:t>de</a:t>
            </a:r>
          </a:p>
        </p:txBody>
      </p:sp>
      <p:sp>
        <p:nvSpPr>
          <p:cNvPr id="3" name="Rectangle 2"/>
          <p:cNvSpPr/>
          <p:nvPr/>
        </p:nvSpPr>
        <p:spPr>
          <a:xfrm>
            <a:off x="3502152" y="548640"/>
            <a:ext cx="914400" cy="457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07992" y="548640"/>
            <a:ext cx="914400" cy="457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91056" y="548640"/>
            <a:ext cx="10607040" cy="9235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latin typeface="微软雅黑"/>
              </a:rPr>
              <a:t>标题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02152" y="1645920"/>
            <a:ext cx="8229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2000"/>
              </a:spcAft>
            </a:pPr>
            <a:r>
              <a:rPr>
                <a:latin typeface="微软雅黑"/>
              </a:rPr>
              <a:t>正文段落 1</a:t>
            </a:r>
          </a:p>
          <a:p>
            <a:pPr>
              <a:lnSpc>
                <a:spcPct val="150000"/>
              </a:lnSpc>
              <a:spcAft>
                <a:spcPts val="2000"/>
              </a:spcAft>
            </a:pPr>
            <a:r>
              <a:rPr>
                <a:latin typeface="微软雅黑"/>
              </a:rPr>
              <a:t>正文段落 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502152" y="1828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99AF"/>
                </a:solidFill>
                <a:latin typeface="微软雅黑"/>
              </a:rPr>
              <a:t>   Quan</a:t>
            </a:r>
            <a:r>
              <a:rPr sz="2000" b="1">
                <a:solidFill>
                  <a:srgbClr val="B197CE"/>
                </a:solidFill>
                <a:latin typeface="微软雅黑"/>
              </a:rPr>
              <a:t>ti</a:t>
            </a:r>
            <a:r>
              <a:rPr sz="2000" b="1">
                <a:solidFill>
                  <a:srgbClr val="6495ED"/>
                </a:solidFill>
                <a:latin typeface="微软雅黑"/>
              </a:rPr>
              <a:t>de</a:t>
            </a:r>
          </a:p>
        </p:txBody>
      </p:sp>
      <p:sp>
        <p:nvSpPr>
          <p:cNvPr id="3" name="Rectangle 2"/>
          <p:cNvSpPr/>
          <p:nvPr/>
        </p:nvSpPr>
        <p:spPr>
          <a:xfrm>
            <a:off x="3502152" y="548640"/>
            <a:ext cx="914400" cy="457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07992" y="548640"/>
            <a:ext cx="914400" cy="457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91056" y="548640"/>
            <a:ext cx="10607040" cy="9235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latin typeface="微软雅黑"/>
              </a:rPr>
              <a:t>标题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02152" y="1645920"/>
            <a:ext cx="8229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2000"/>
              </a:spcAft>
            </a:pPr>
            <a:r>
              <a:rPr>
                <a:latin typeface="微软雅黑"/>
              </a:rPr>
              <a:t>正文段落 1</a:t>
            </a:r>
          </a:p>
          <a:p>
            <a:pPr>
              <a:lnSpc>
                <a:spcPct val="150000"/>
              </a:lnSpc>
              <a:spcAft>
                <a:spcPts val="2000"/>
              </a:spcAft>
            </a:pPr>
            <a:r>
              <a:rPr>
                <a:latin typeface="微软雅黑"/>
              </a:rPr>
              <a:t>正文段落 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502152" y="1828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99AF"/>
                </a:solidFill>
                <a:latin typeface="微软雅黑"/>
              </a:rPr>
              <a:t>   Quan</a:t>
            </a:r>
            <a:r>
              <a:rPr sz="2000" b="1">
                <a:solidFill>
                  <a:srgbClr val="B197CE"/>
                </a:solidFill>
                <a:latin typeface="微软雅黑"/>
              </a:rPr>
              <a:t>ti</a:t>
            </a:r>
            <a:r>
              <a:rPr sz="2000" b="1">
                <a:solidFill>
                  <a:srgbClr val="6495ED"/>
                </a:solidFill>
                <a:latin typeface="微软雅黑"/>
              </a:rPr>
              <a:t>de</a:t>
            </a:r>
          </a:p>
        </p:txBody>
      </p:sp>
      <p:sp>
        <p:nvSpPr>
          <p:cNvPr id="3" name="Rectangle 2"/>
          <p:cNvSpPr/>
          <p:nvPr/>
        </p:nvSpPr>
        <p:spPr>
          <a:xfrm>
            <a:off x="3502152" y="548640"/>
            <a:ext cx="914400" cy="457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07992" y="548640"/>
            <a:ext cx="914400" cy="457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91056" y="548640"/>
            <a:ext cx="10607040" cy="9235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latin typeface="微软雅黑"/>
              </a:rPr>
              <a:t>标题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02152" y="1645920"/>
            <a:ext cx="8229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2000"/>
              </a:spcAft>
            </a:pPr>
            <a:r>
              <a:rPr>
                <a:latin typeface="微软雅黑"/>
              </a:rPr>
              <a:t>正文段落 1</a:t>
            </a:r>
          </a:p>
          <a:p>
            <a:pPr>
              <a:lnSpc>
                <a:spcPct val="150000"/>
              </a:lnSpc>
              <a:spcAft>
                <a:spcPts val="2000"/>
              </a:spcAft>
            </a:pPr>
            <a:r>
              <a:rPr>
                <a:latin typeface="微软雅黑"/>
              </a:rPr>
              <a:t>正文段落 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502152" y="1828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99AF"/>
                </a:solidFill>
                <a:latin typeface="微软雅黑"/>
              </a:rPr>
              <a:t>   Quan</a:t>
            </a:r>
            <a:r>
              <a:rPr sz="2000" b="1">
                <a:solidFill>
                  <a:srgbClr val="B197CE"/>
                </a:solidFill>
                <a:latin typeface="微软雅黑"/>
              </a:rPr>
              <a:t>ti</a:t>
            </a:r>
            <a:r>
              <a:rPr sz="2000" b="1">
                <a:solidFill>
                  <a:srgbClr val="6495ED"/>
                </a:solidFill>
                <a:latin typeface="微软雅黑"/>
              </a:rPr>
              <a:t>de</a:t>
            </a:r>
          </a:p>
        </p:txBody>
      </p:sp>
      <p:sp>
        <p:nvSpPr>
          <p:cNvPr id="3" name="Rectangle 2"/>
          <p:cNvSpPr/>
          <p:nvPr/>
        </p:nvSpPr>
        <p:spPr>
          <a:xfrm>
            <a:off x="3502152" y="548640"/>
            <a:ext cx="914400" cy="457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07992" y="548640"/>
            <a:ext cx="914400" cy="457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91056" y="548640"/>
            <a:ext cx="10607040" cy="9235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latin typeface="微软雅黑"/>
              </a:rPr>
              <a:t>标题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02152" y="1645920"/>
            <a:ext cx="8229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2000"/>
              </a:spcAft>
            </a:pPr>
            <a:r>
              <a:rPr>
                <a:latin typeface="微软雅黑"/>
              </a:rPr>
              <a:t>正文段落 1</a:t>
            </a:r>
          </a:p>
          <a:p>
            <a:pPr>
              <a:lnSpc>
                <a:spcPct val="150000"/>
              </a:lnSpc>
              <a:spcAft>
                <a:spcPts val="2000"/>
              </a:spcAft>
            </a:pPr>
            <a:r>
              <a:rPr>
                <a:latin typeface="微软雅黑"/>
              </a:rPr>
              <a:t>正文段落 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502152" y="1828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99AF"/>
                </a:solidFill>
                <a:latin typeface="微软雅黑"/>
              </a:rPr>
              <a:t>   Quan</a:t>
            </a:r>
            <a:r>
              <a:rPr sz="2000" b="1">
                <a:solidFill>
                  <a:srgbClr val="B197CE"/>
                </a:solidFill>
                <a:latin typeface="微软雅黑"/>
              </a:rPr>
              <a:t>ti</a:t>
            </a:r>
            <a:r>
              <a:rPr sz="2000" b="1">
                <a:solidFill>
                  <a:srgbClr val="6495ED"/>
                </a:solidFill>
                <a:latin typeface="微软雅黑"/>
              </a:rPr>
              <a:t>de</a:t>
            </a:r>
          </a:p>
        </p:txBody>
      </p:sp>
      <p:sp>
        <p:nvSpPr>
          <p:cNvPr id="3" name="Rectangle 2"/>
          <p:cNvSpPr/>
          <p:nvPr/>
        </p:nvSpPr>
        <p:spPr>
          <a:xfrm>
            <a:off x="3502152" y="548640"/>
            <a:ext cx="914400" cy="457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07992" y="548640"/>
            <a:ext cx="914400" cy="457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91056" y="548640"/>
            <a:ext cx="10607040" cy="9235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latin typeface="微软雅黑"/>
              </a:rPr>
              <a:t>标题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02152" y="1645920"/>
            <a:ext cx="8229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2000"/>
              </a:spcAft>
            </a:pPr>
            <a:r>
              <a:rPr>
                <a:latin typeface="微软雅黑"/>
              </a:rPr>
              <a:t>正文段落 1</a:t>
            </a:r>
          </a:p>
          <a:p>
            <a:pPr>
              <a:lnSpc>
                <a:spcPct val="150000"/>
              </a:lnSpc>
              <a:spcAft>
                <a:spcPts val="2000"/>
              </a:spcAft>
            </a:pPr>
            <a:r>
              <a:rPr>
                <a:latin typeface="微软雅黑"/>
              </a:rPr>
              <a:t>正文段落 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502152" y="1828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99AF"/>
                </a:solidFill>
                <a:latin typeface="微软雅黑"/>
              </a:rPr>
              <a:t>   Quan</a:t>
            </a:r>
            <a:r>
              <a:rPr sz="2000" b="1">
                <a:solidFill>
                  <a:srgbClr val="B197CE"/>
                </a:solidFill>
                <a:latin typeface="微软雅黑"/>
              </a:rPr>
              <a:t>ti</a:t>
            </a:r>
            <a:r>
              <a:rPr sz="2000" b="1">
                <a:solidFill>
                  <a:srgbClr val="6495ED"/>
                </a:solidFill>
                <a:latin typeface="微软雅黑"/>
              </a:rPr>
              <a:t>de</a:t>
            </a:r>
          </a:p>
        </p:txBody>
      </p:sp>
      <p:sp>
        <p:nvSpPr>
          <p:cNvPr id="3" name="Rectangle 2"/>
          <p:cNvSpPr/>
          <p:nvPr/>
        </p:nvSpPr>
        <p:spPr>
          <a:xfrm>
            <a:off x="3502152" y="548640"/>
            <a:ext cx="914400" cy="457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07992" y="548640"/>
            <a:ext cx="914400" cy="457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91056" y="548640"/>
            <a:ext cx="10607040" cy="9235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latin typeface="微软雅黑"/>
              </a:rPr>
              <a:t>标题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02152" y="1645920"/>
            <a:ext cx="8229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2000"/>
              </a:spcAft>
            </a:pPr>
            <a:r>
              <a:rPr>
                <a:latin typeface="微软雅黑"/>
              </a:rPr>
              <a:t>正文段落 1</a:t>
            </a:r>
          </a:p>
          <a:p>
            <a:pPr>
              <a:lnSpc>
                <a:spcPct val="150000"/>
              </a:lnSpc>
              <a:spcAft>
                <a:spcPts val="2000"/>
              </a:spcAft>
            </a:pPr>
            <a:r>
              <a:rPr>
                <a:latin typeface="微软雅黑"/>
              </a:rPr>
              <a:t>正文段落 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502152" y="1828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99AF"/>
                </a:solidFill>
                <a:latin typeface="微软雅黑"/>
              </a:rPr>
              <a:t>   Quan</a:t>
            </a:r>
            <a:r>
              <a:rPr sz="2000" b="1">
                <a:solidFill>
                  <a:srgbClr val="B197CE"/>
                </a:solidFill>
                <a:latin typeface="微软雅黑"/>
              </a:rPr>
              <a:t>ti</a:t>
            </a:r>
            <a:r>
              <a:rPr sz="2000" b="1">
                <a:solidFill>
                  <a:srgbClr val="6495ED"/>
                </a:solidFill>
                <a:latin typeface="微软雅黑"/>
              </a:rPr>
              <a:t>de</a:t>
            </a:r>
          </a:p>
        </p:txBody>
      </p:sp>
      <p:sp>
        <p:nvSpPr>
          <p:cNvPr id="3" name="Rectangle 2"/>
          <p:cNvSpPr/>
          <p:nvPr/>
        </p:nvSpPr>
        <p:spPr>
          <a:xfrm>
            <a:off x="3502152" y="548640"/>
            <a:ext cx="914400" cy="457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07992" y="548640"/>
            <a:ext cx="914400" cy="457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91056" y="548640"/>
            <a:ext cx="10607040" cy="9235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latin typeface="微软雅黑"/>
              </a:rPr>
              <a:t>标题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02152" y="1645920"/>
            <a:ext cx="8229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2000"/>
              </a:spcAft>
            </a:pPr>
            <a:r>
              <a:rPr>
                <a:latin typeface="微软雅黑"/>
              </a:rPr>
              <a:t>正文段落 1</a:t>
            </a:r>
          </a:p>
          <a:p>
            <a:pPr>
              <a:lnSpc>
                <a:spcPct val="150000"/>
              </a:lnSpc>
              <a:spcAft>
                <a:spcPts val="2000"/>
              </a:spcAft>
            </a:pPr>
            <a:r>
              <a:rPr>
                <a:latin typeface="微软雅黑"/>
              </a:rPr>
              <a:t>正文段落 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502152" y="1828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99AF"/>
                </a:solidFill>
                <a:latin typeface="微软雅黑"/>
              </a:rPr>
              <a:t>   Quan</a:t>
            </a:r>
            <a:r>
              <a:rPr sz="2000" b="1">
                <a:solidFill>
                  <a:srgbClr val="B197CE"/>
                </a:solidFill>
                <a:latin typeface="微软雅黑"/>
              </a:rPr>
              <a:t>ti</a:t>
            </a:r>
            <a:r>
              <a:rPr sz="2000" b="1">
                <a:solidFill>
                  <a:srgbClr val="6495ED"/>
                </a:solidFill>
                <a:latin typeface="微软雅黑"/>
              </a:rPr>
              <a:t>de</a:t>
            </a:r>
          </a:p>
        </p:txBody>
      </p:sp>
      <p:sp>
        <p:nvSpPr>
          <p:cNvPr id="3" name="Rectangle 2"/>
          <p:cNvSpPr/>
          <p:nvPr/>
        </p:nvSpPr>
        <p:spPr>
          <a:xfrm>
            <a:off x="3502152" y="548640"/>
            <a:ext cx="914400" cy="457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07992" y="548640"/>
            <a:ext cx="914400" cy="457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91056" y="548640"/>
            <a:ext cx="10607040" cy="9235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latin typeface="微软雅黑"/>
              </a:rPr>
              <a:t>标题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02152" y="1645920"/>
            <a:ext cx="8229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2000"/>
              </a:spcAft>
            </a:pPr>
            <a:r>
              <a:rPr>
                <a:latin typeface="微软雅黑"/>
              </a:rPr>
              <a:t>正文段落 1</a:t>
            </a:r>
          </a:p>
          <a:p>
            <a:pPr>
              <a:lnSpc>
                <a:spcPct val="150000"/>
              </a:lnSpc>
              <a:spcAft>
                <a:spcPts val="2000"/>
              </a:spcAft>
            </a:pPr>
            <a:r>
              <a:rPr>
                <a:latin typeface="微软雅黑"/>
              </a:rPr>
              <a:t>正文段落 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502152" y="1828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99AF"/>
                </a:solidFill>
                <a:latin typeface="微软雅黑"/>
              </a:rPr>
              <a:t>   Quan</a:t>
            </a:r>
            <a:r>
              <a:rPr sz="2000" b="1">
                <a:solidFill>
                  <a:srgbClr val="B197CE"/>
                </a:solidFill>
                <a:latin typeface="微软雅黑"/>
              </a:rPr>
              <a:t>ti</a:t>
            </a:r>
            <a:r>
              <a:rPr sz="2000" b="1">
                <a:solidFill>
                  <a:srgbClr val="6495ED"/>
                </a:solidFill>
                <a:latin typeface="微软雅黑"/>
              </a:rPr>
              <a:t>de</a:t>
            </a:r>
          </a:p>
        </p:txBody>
      </p:sp>
      <p:sp>
        <p:nvSpPr>
          <p:cNvPr id="3" name="Rectangle 2"/>
          <p:cNvSpPr/>
          <p:nvPr/>
        </p:nvSpPr>
        <p:spPr>
          <a:xfrm>
            <a:off x="3502152" y="548640"/>
            <a:ext cx="914400" cy="457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07992" y="548640"/>
            <a:ext cx="914400" cy="457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91056" y="548640"/>
            <a:ext cx="10607040" cy="9235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latin typeface="微软雅黑"/>
              </a:rPr>
              <a:t>标题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02152" y="1645920"/>
            <a:ext cx="8229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2000"/>
              </a:spcAft>
            </a:pPr>
            <a:r>
              <a:rPr>
                <a:latin typeface="微软雅黑"/>
              </a:rPr>
              <a:t>正文段落 1</a:t>
            </a:r>
          </a:p>
          <a:p>
            <a:pPr>
              <a:lnSpc>
                <a:spcPct val="150000"/>
              </a:lnSpc>
              <a:spcAft>
                <a:spcPts val="2000"/>
              </a:spcAft>
            </a:pPr>
            <a:r>
              <a:rPr>
                <a:latin typeface="微软雅黑"/>
              </a:rPr>
              <a:t>正文段落 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502152" y="1828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99AF"/>
                </a:solidFill>
                <a:latin typeface="微软雅黑"/>
              </a:rPr>
              <a:t>   Quan</a:t>
            </a:r>
            <a:r>
              <a:rPr sz="2000" b="1">
                <a:solidFill>
                  <a:srgbClr val="B197CE"/>
                </a:solidFill>
                <a:latin typeface="微软雅黑"/>
              </a:rPr>
              <a:t>ti</a:t>
            </a:r>
            <a:r>
              <a:rPr sz="2000" b="1">
                <a:solidFill>
                  <a:srgbClr val="6495ED"/>
                </a:solidFill>
                <a:latin typeface="微软雅黑"/>
              </a:rPr>
              <a:t>de</a:t>
            </a:r>
          </a:p>
        </p:txBody>
      </p:sp>
      <p:sp>
        <p:nvSpPr>
          <p:cNvPr id="3" name="Rectangle 2"/>
          <p:cNvSpPr/>
          <p:nvPr/>
        </p:nvSpPr>
        <p:spPr>
          <a:xfrm>
            <a:off x="3502152" y="548640"/>
            <a:ext cx="914400" cy="457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07992" y="548640"/>
            <a:ext cx="914400" cy="457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91056" y="548640"/>
            <a:ext cx="10607040" cy="9235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latin typeface="微软雅黑"/>
              </a:rPr>
              <a:t>标题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02152" y="1645920"/>
            <a:ext cx="8229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2000"/>
              </a:spcAft>
            </a:pPr>
            <a:r>
              <a:rPr>
                <a:latin typeface="微软雅黑"/>
              </a:rPr>
              <a:t>正文段落 1</a:t>
            </a:r>
          </a:p>
          <a:p>
            <a:pPr>
              <a:lnSpc>
                <a:spcPct val="150000"/>
              </a:lnSpc>
              <a:spcAft>
                <a:spcPts val="2000"/>
              </a:spcAft>
            </a:pPr>
            <a:r>
              <a:rPr>
                <a:latin typeface="微软雅黑"/>
              </a:rPr>
              <a:t>正文段落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